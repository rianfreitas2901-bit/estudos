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DM Sans Semi Bold"/>
      <p:regular r:id="rId15"/>
    </p:embeddedFont>
    <p:embeddedFont>
      <p:font typeface="DM Sans Semi Bold"/>
      <p:regular r:id="rId16"/>
    </p:embeddedFon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E36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Padrões de Projeto: Design Patterns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66737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abordagem estratégica para construir sistemas robustos, escaláveis e adaptáveis em desenvolvimento de software.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Grupo 3: Henrique, Julio, Mary, Natali e Rian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5685"/>
            <a:ext cx="42991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Categorias de Padrões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2218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padrões de projeto são organizados em três famílias fundamentais, cada uma abordando um aspecto diferente da arquitetura de software: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35287"/>
            <a:ext cx="2622724" cy="2612529"/>
          </a:xfrm>
          <a:prstGeom prst="roundRect">
            <a:avLst>
              <a:gd name="adj" fmla="val 2279"/>
            </a:avLst>
          </a:prstGeom>
          <a:solidFill>
            <a:srgbClr val="2E3649"/>
          </a:solidFill>
          <a:ln w="4763">
            <a:solidFill>
              <a:srgbClr val="474F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208180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198712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64884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Criacionais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955354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Nascimento dos Objetos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2640" y="3267224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Abstraem o processo de instanciação, tornando o sistema independente de como seus objetos são criados e compostos.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0601" y="1935287"/>
            <a:ext cx="2622724" cy="2612529"/>
          </a:xfrm>
          <a:prstGeom prst="roundRect">
            <a:avLst>
              <a:gd name="adj" fmla="val 2279"/>
            </a:avLst>
          </a:prstGeom>
          <a:solidFill>
            <a:srgbClr val="2E3649"/>
          </a:solidFill>
          <a:ln w="4763">
            <a:solidFill>
              <a:srgbClr val="474F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7122" y="208180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05966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198712"/>
            <a:ext cx="191319" cy="1913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7122" y="264884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Estruturais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07122" y="2955354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Montagem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07122" y="3267224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Lidam com a composição de classes e objetos para formar estruturas maiores, garantindo compatibilidade entre componentes.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083" y="1935287"/>
            <a:ext cx="2622724" cy="2612529"/>
          </a:xfrm>
          <a:prstGeom prst="roundRect">
            <a:avLst>
              <a:gd name="adj" fmla="val 2279"/>
            </a:avLst>
          </a:prstGeom>
          <a:solidFill>
            <a:srgbClr val="2E3649"/>
          </a:solidFill>
          <a:ln w="4763">
            <a:solidFill>
              <a:srgbClr val="474F6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1605" y="208180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05966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198712"/>
            <a:ext cx="191319" cy="1913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1605" y="264884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Comportamentais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171605" y="2955354"/>
            <a:ext cx="27868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Atitude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71605" y="3267224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Concentram-se na distribuição de responsabilidades e na comunicação entre objetos, otimizando o fluxo de dados.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7882"/>
            <a:ext cx="75656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Padrões Criacionais: A Fábrica de Objetos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72939"/>
            <a:ext cx="3053135" cy="3053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7920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Factory Method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99892" y="2155254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Delega a responsabilidade de criação para subclasses através de uma interface comum. Permite expandir a lógica de criação (Pix, boleto, cartão) sem alterar o código que processa a venda.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29774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Singleton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99892" y="3340671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Garante uma instância única de uma classe com ponto de acesso global. Ideal para recursos compartilhados como conexões de banco de dados, evitando exaustão de recursos.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E36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871" y="448196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Padrões Estruturais: Adapter - O Tradutor de Interfaces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41871" y="1405905"/>
            <a:ext cx="483125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padrão Adapter é fundamental na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Arquitetura Hexagonal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atuando como mediador que protege o núcleo da aplicação contra sistemas externos e legados.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71" y="1914302"/>
            <a:ext cx="631254" cy="7575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5565" y="2040508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Sistema Legado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85565" y="2305199"/>
            <a:ext cx="45447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antiga com interface proprietária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2671837"/>
            <a:ext cx="631254" cy="7575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5565" y="2798043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Adapter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85565" y="3062734"/>
            <a:ext cx="45447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Traduz para interface comum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71" y="3429372"/>
            <a:ext cx="631254" cy="7575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5565" y="3555578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Core da Aplicação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185565" y="3820269"/>
            <a:ext cx="454476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Regras de negócio protegidas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41871" y="4313411"/>
            <a:ext cx="483125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uma API for substituída, apenas o adaptador é alterado, preservando as regras de negócio de efeitos colaterais indesejados.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20799"/>
            <a:ext cx="7336408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Padrões Comportamentais: Observer - O Sistema de Alertas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2356545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Funcionamento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03759" y="2602334"/>
            <a:ext cx="3538463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uma dependência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um-para-muitos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onde o "sujeito" notifica automaticamente todos os seus "observadores" sobre mudanças de estado.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03759" y="3120554"/>
            <a:ext cx="3538463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Fundaçãoo de sistemas de notificações em tempo real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Quando status de entrega é alterado</a:t>
            </a:r>
            <a:endParaRPr lang="en-US" sz="8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Dispara e-mails e alertas push automaticamente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6392" y="1194569"/>
            <a:ext cx="3538463" cy="35384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E36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726" y="378693"/>
            <a:ext cx="3289474" cy="4386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8379" y="384051"/>
            <a:ext cx="4738241" cy="1308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Padrões Comportamentais: Strategy - A Troca de Inteligência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8379" y="1898303"/>
            <a:ext cx="4738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Encapsula algoritmos intercambiáveis dentro de uma família, permitindo que a inteligência da operação varie conforme o contexto.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8379" y="2495699"/>
            <a:ext cx="7362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8379" y="2713806"/>
            <a:ext cx="2300436" cy="190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488379" y="2821632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Encapsulamento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8379" y="3122042"/>
            <a:ext cx="2300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Algoritmos são encapsulados em classes específicas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26184" y="2495699"/>
            <a:ext cx="7362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26184" y="2713806"/>
            <a:ext cx="2300436" cy="190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2926184" y="2821632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Seleção Dinâmica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26184" y="3122042"/>
            <a:ext cx="2300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Escolha do algoritmo feita em tempo de execução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8379" y="3806949"/>
            <a:ext cx="7362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8379" y="4025057"/>
            <a:ext cx="4738241" cy="190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488379" y="4132883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Contexto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8379" y="4433292"/>
            <a:ext cx="5195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Ex: Frete Expresso ou Frete Normal no checkout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555188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Valor Estratégico dos Padrões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22955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Contrato de Software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Estabelece contratos claros entre camadas da aplicação, facilitando a comunicação e manutenção.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Adaptabilidade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Sistemas mais adaptáveis às mudanças de mercado e inovações tecnológicas.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23519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Curva de Aprendizado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Reduz drasticamente a curva para novos desenvolvedores, que encontram estruturas familiares.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Manutenibilidade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 a manutenção de um fardo em um processo de evolução sustentável.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E36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0336" y="372889"/>
            <a:ext cx="3298254" cy="43977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468809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Conclusão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457349" y="1057870"/>
            <a:ext cx="4800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padrões de projeto representam mais que boas práticas — são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estratégias fundamentais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construir sistemas robustos, escaláveis e adaptáveis.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349" y="1595065"/>
            <a:ext cx="4800302" cy="767135"/>
          </a:xfrm>
          <a:prstGeom prst="roundRect">
            <a:avLst>
              <a:gd name="adj" fmla="val 8940"/>
            </a:avLst>
          </a:prstGeom>
          <a:solidFill>
            <a:srgbClr val="0F172A"/>
          </a:solidFill>
          <a:ln w="14288">
            <a:solidFill>
              <a:srgbClr val="474F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061" y="1595065"/>
            <a:ext cx="57150" cy="767135"/>
          </a:xfrm>
          <a:prstGeom prst="roundRect">
            <a:avLst>
              <a:gd name="adj" fmla="val 96046"/>
            </a:avLst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645170" y="1740024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Criacionais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5170" y="2016398"/>
            <a:ext cx="492472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Factory, Singleton: controle de instância e criação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349" y="2482676"/>
            <a:ext cx="4800302" cy="767135"/>
          </a:xfrm>
          <a:prstGeom prst="roundRect">
            <a:avLst>
              <a:gd name="adj" fmla="val 8940"/>
            </a:avLst>
          </a:prstGeom>
          <a:solidFill>
            <a:srgbClr val="0F172A"/>
          </a:solidFill>
          <a:ln w="14288">
            <a:solidFill>
              <a:srgbClr val="474F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061" y="2482676"/>
            <a:ext cx="57150" cy="767135"/>
          </a:xfrm>
          <a:prstGeom prst="roundRect">
            <a:avLst>
              <a:gd name="adj" fmla="val 96046"/>
            </a:avLst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645170" y="2627635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Estruturais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5170" y="2904009"/>
            <a:ext cx="492472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Adapter: integração e simplificação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349" y="3370287"/>
            <a:ext cx="4800302" cy="767135"/>
          </a:xfrm>
          <a:prstGeom prst="roundRect">
            <a:avLst>
              <a:gd name="adj" fmla="val 8940"/>
            </a:avLst>
          </a:prstGeom>
          <a:solidFill>
            <a:srgbClr val="0F172A"/>
          </a:solidFill>
          <a:ln w="14288">
            <a:solidFill>
              <a:srgbClr val="474F6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061" y="3370287"/>
            <a:ext cx="57150" cy="767135"/>
          </a:xfrm>
          <a:prstGeom prst="roundRect">
            <a:avLst>
              <a:gd name="adj" fmla="val 96046"/>
            </a:avLst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645170" y="3515246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Comportamentais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5170" y="3791620"/>
            <a:ext cx="492472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Observer, Strategy: comunicação e inteligência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349" y="4272930"/>
            <a:ext cx="4800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aplicação correta desses conceitos minimiza a fragilidade do código, prolonga a vida útil do software e facilita a refatoração contínua.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2026-05-16T00:10:45Z</dcterms:created>
  <dcterms:modified xsi:type="dcterms:W3CDTF">2026-05-16T00:10:45Z</dcterms:modified>
</cp:coreProperties>
</file>